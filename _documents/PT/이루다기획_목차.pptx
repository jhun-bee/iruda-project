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8229600" cy="14630400"/>
  <p:embeddedFontLst>
    <p:embeddedFont>
      <p:font typeface="DM Sans" pitchFamily="2" charset="0"/>
      <p:regular r:id="rId4"/>
      <p:bold r:id="rId5"/>
    </p:embeddedFont>
    <p:embeddedFont>
      <p:font typeface="PT Serif" panose="020A0603040505020204" pitchFamily="18" charset="0"/>
      <p:regular r:id="rId6"/>
      <p:bold r:id="rId7"/>
      <p:italic r:id="rId8"/>
      <p:boldItalic r:id="rId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8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ungyoon Bae" userId="71cf36ca7f924fe0" providerId="LiveId" clId="{6BE02825-677A-4EBF-9B77-D03AA154F1E8}"/>
    <pc:docChg chg="modSld">
      <pc:chgData name="Jhungyoon Bae" userId="71cf36ca7f924fe0" providerId="LiveId" clId="{6BE02825-677A-4EBF-9B77-D03AA154F1E8}" dt="2025-09-10T09:10:33.737" v="0" actId="14100"/>
      <pc:docMkLst>
        <pc:docMk/>
      </pc:docMkLst>
      <pc:sldChg chg="modSp mod">
        <pc:chgData name="Jhungyoon Bae" userId="71cf36ca7f924fe0" providerId="LiveId" clId="{6BE02825-677A-4EBF-9B77-D03AA154F1E8}" dt="2025-09-10T09:10:33.737" v="0" actId="14100"/>
        <pc:sldMkLst>
          <pc:docMk/>
          <pc:sldMk cId="0" sldId="256"/>
        </pc:sldMkLst>
        <pc:spChg chg="mod">
          <ac:chgData name="Jhungyoon Bae" userId="71cf36ca7f924fe0" providerId="LiveId" clId="{6BE02825-677A-4EBF-9B77-D03AA154F1E8}" dt="2025-09-10T09:10:33.737" v="0" actId="14100"/>
          <ac:spMkLst>
            <pc:docMk/>
            <pc:sldMk cId="0" sldId="256"/>
            <ac:spMk id="6" creationId="{00000000-0000-0000-0000-000000000000}"/>
          </ac:spMkLst>
        </pc:spChg>
        <pc:spChg chg="mod">
          <ac:chgData name="Jhungyoon Bae" userId="71cf36ca7f924fe0" providerId="LiveId" clId="{6BE02825-677A-4EBF-9B77-D03AA154F1E8}" dt="2025-09-10T09:10:33.737" v="0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Jhungyoon Bae" userId="71cf36ca7f924fe0" providerId="LiveId" clId="{6BE02825-677A-4EBF-9B77-D03AA154F1E8}" dt="2025-09-10T09:10:33.737" v="0" actId="1410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Jhungyoon Bae" userId="71cf36ca7f924fe0" providerId="LiveId" clId="{6BE02825-677A-4EBF-9B77-D03AA154F1E8}" dt="2025-09-10T09:10:33.737" v="0" actId="1410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Jhungyoon Bae" userId="71cf36ca7f924fe0" providerId="LiveId" clId="{6BE02825-677A-4EBF-9B77-D03AA154F1E8}" dt="2025-09-10T09:10:33.737" v="0" actId="14100"/>
          <ac:spMkLst>
            <pc:docMk/>
            <pc:sldMk cId="0" sldId="256"/>
            <ac:spMk id="18" creationId="{00000000-0000-0000-0000-000000000000}"/>
          </ac:spMkLst>
        </pc:spChg>
        <pc:spChg chg="mod">
          <ac:chgData name="Jhungyoon Bae" userId="71cf36ca7f924fe0" providerId="LiveId" clId="{6BE02825-677A-4EBF-9B77-D03AA154F1E8}" dt="2025-09-10T09:10:33.737" v="0" actId="14100"/>
          <ac:spMkLst>
            <pc:docMk/>
            <pc:sldMk cId="0" sldId="256"/>
            <ac:spMk id="21" creationId="{00000000-0000-0000-0000-000000000000}"/>
          </ac:spMkLst>
        </pc:spChg>
        <pc:spChg chg="mod">
          <ac:chgData name="Jhungyoon Bae" userId="71cf36ca7f924fe0" providerId="LiveId" clId="{6BE02825-677A-4EBF-9B77-D03AA154F1E8}" dt="2025-09-10T09:10:33.737" v="0" actId="14100"/>
          <ac:spMkLst>
            <pc:docMk/>
            <pc:sldMk cId="0" sldId="256"/>
            <ac:spMk id="24" creationId="{00000000-0000-0000-0000-000000000000}"/>
          </ac:spMkLst>
        </pc:spChg>
        <pc:spChg chg="mod">
          <ac:chgData name="Jhungyoon Bae" userId="71cf36ca7f924fe0" providerId="LiveId" clId="{6BE02825-677A-4EBF-9B77-D03AA154F1E8}" dt="2025-09-10T09:10:33.737" v="0" actId="14100"/>
          <ac:spMkLst>
            <pc:docMk/>
            <pc:sldMk cId="0" sldId="256"/>
            <ac:spMk id="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023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61353" y="329208"/>
            <a:ext cx="2507575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목차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17909" y="940919"/>
            <a:ext cx="13794581" cy="22503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7909" y="1205032"/>
            <a:ext cx="413028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784" y="1216938"/>
            <a:ext cx="1875115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Chapter 1. 현황 및 문제 인식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9784" y="1513403"/>
            <a:ext cx="2063121" cy="20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자립준비청년이 겪는 현실의 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7909" y="2072164"/>
            <a:ext cx="413028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784" y="2084070"/>
            <a:ext cx="2182178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Chapter 2. 프로젝트 '이루다' 소개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9784" y="2380535"/>
            <a:ext cx="2063121" cy="20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컨설팅 Agent의 역할과 솔루션 흐름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7909" y="2939296"/>
            <a:ext cx="413028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9784" y="2951202"/>
            <a:ext cx="1693069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Chapter 3. 문제 해결 방식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29784" y="3247668"/>
            <a:ext cx="2063121" cy="20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기존 문제와 '이루다'의 개선 포인트 비교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7909" y="3806428"/>
            <a:ext cx="413028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9784" y="3818334"/>
            <a:ext cx="1981081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Chapter 4. 솔루션 확장 가능성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9784" y="4114800"/>
            <a:ext cx="2063121" cy="20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미래를 향한 서비스 확장 로드맵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7909" y="4673560"/>
            <a:ext cx="413028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9784" y="4685467"/>
            <a:ext cx="1567220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Chapter 5. MVP 목표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9784" y="4981932"/>
            <a:ext cx="2063121" cy="20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초기 버전의 핵심 기능 정의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7909" y="5540693"/>
            <a:ext cx="413028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9784" y="5552599"/>
            <a:ext cx="2163247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Chapter 6. 구현 아키텍처 및 배포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9784" y="5849064"/>
            <a:ext cx="2063121" cy="20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기술적 구성과 실행 계획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7909" y="6407825"/>
            <a:ext cx="413028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9784" y="6419731"/>
            <a:ext cx="1567220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Chapter 7. 개발 일정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9784" y="6716196"/>
            <a:ext cx="2063121" cy="20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5주간의 개발 타임라인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7909" y="7274957"/>
            <a:ext cx="413028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9784" y="7286863"/>
            <a:ext cx="1567220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Chapter 8. 질의응답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29784" y="7583329"/>
            <a:ext cx="2063121" cy="20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마무리 및 Q&amp;A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93</Words>
  <Application>Microsoft Office PowerPoint</Application>
  <PresentationFormat>사용자 지정</PresentationFormat>
  <Paragraphs>18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PT Serif</vt:lpstr>
      <vt:lpstr>DM Sans</vt:lpstr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Jhungyoon Bae</cp:lastModifiedBy>
  <cp:revision>1</cp:revision>
  <dcterms:created xsi:type="dcterms:W3CDTF">2025-09-10T09:03:23Z</dcterms:created>
  <dcterms:modified xsi:type="dcterms:W3CDTF">2025-09-10T09:10:42Z</dcterms:modified>
</cp:coreProperties>
</file>